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-702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2017-9-13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2017-9-13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2017-9-13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2017-9-13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2017-9-13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2017-9-13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2017-9-13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2017-9-13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2017-9-13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2017-9-13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pPr/>
              <a:t>2017-9-13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pPr/>
              <a:t>2017-9-13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endParaRPr lang="en-US" altLang="zh-CN" i="1" dirty="0" smtClean="0"/>
          </a:p>
          <a:p>
            <a:pPr>
              <a:buNone/>
            </a:pPr>
            <a:endParaRPr lang="en-US" altLang="zh-CN" i="1" dirty="0" smtClean="0"/>
          </a:p>
          <a:p>
            <a:pPr algn="ctr">
              <a:buNone/>
            </a:pPr>
            <a:r>
              <a:rPr lang="zh-CN" altLang="en-US" sz="6400" b="1" dirty="0" smtClean="0"/>
              <a:t>计算机网络知识精华</a:t>
            </a:r>
            <a:endParaRPr lang="en-US" altLang="zh-CN" sz="6400" b="1" i="1" dirty="0" smtClean="0"/>
          </a:p>
          <a:p>
            <a:pPr>
              <a:buNone/>
            </a:pPr>
            <a:endParaRPr lang="en-US" altLang="zh-CN" i="1" dirty="0" smtClean="0"/>
          </a:p>
          <a:p>
            <a:pPr>
              <a:buNone/>
            </a:pPr>
            <a:endParaRPr lang="en-US" altLang="zh-CN" i="1" dirty="0" smtClean="0"/>
          </a:p>
          <a:p>
            <a:pPr>
              <a:buNone/>
            </a:pPr>
            <a:endParaRPr lang="en-US" altLang="zh-CN" i="1" dirty="0" smtClean="0"/>
          </a:p>
          <a:p>
            <a:pPr>
              <a:buNone/>
            </a:pPr>
            <a:endParaRPr lang="en-US" altLang="zh-CN" i="1" dirty="0" smtClean="0"/>
          </a:p>
          <a:p>
            <a:pPr>
              <a:buNone/>
            </a:pPr>
            <a:endParaRPr lang="en-US" altLang="zh-CN" i="1" dirty="0" smtClean="0"/>
          </a:p>
          <a:p>
            <a:pPr>
              <a:buNone/>
            </a:pPr>
            <a:endParaRPr lang="en-US" altLang="zh-CN" i="1" dirty="0" smtClean="0"/>
          </a:p>
          <a:p>
            <a:pPr>
              <a:buNone/>
            </a:pPr>
            <a:endParaRPr lang="en-US" altLang="zh-CN" i="1" dirty="0" smtClean="0"/>
          </a:p>
          <a:p>
            <a:pPr>
              <a:buNone/>
            </a:pPr>
            <a:r>
              <a:rPr lang="en-US" altLang="zh-CN" i="1" smtClean="0"/>
              <a:t>                                                                                       -------- </a:t>
            </a:r>
            <a:r>
              <a:rPr lang="en-US" altLang="zh-CN" i="1" dirty="0" err="1" smtClean="0"/>
              <a:t>Author:zhaoj</a:t>
            </a:r>
            <a:endParaRPr lang="zh-CN" altLang="zh-CN" dirty="0" smtClean="0"/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4176" y="699448"/>
            <a:ext cx="10608646" cy="53601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5780" y="764559"/>
            <a:ext cx="11084128" cy="5131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5609" y="310925"/>
            <a:ext cx="10611618" cy="5939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1513" y="308069"/>
            <a:ext cx="10874493" cy="58477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6916" y="355979"/>
            <a:ext cx="10838732" cy="6003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3444" y="378868"/>
            <a:ext cx="11132439" cy="58172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8339" y="309077"/>
            <a:ext cx="10887044" cy="57095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89270" y="345815"/>
            <a:ext cx="11038172" cy="5973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23738" y="770671"/>
            <a:ext cx="9386680" cy="4811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79059" y="399837"/>
            <a:ext cx="10635341" cy="51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5124" y="471915"/>
            <a:ext cx="9807551" cy="55889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9568" y="352496"/>
            <a:ext cx="10711951" cy="56661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91143" y="362660"/>
            <a:ext cx="10545713" cy="5560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24469" y="360743"/>
            <a:ext cx="10791828" cy="5712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887" y="306789"/>
            <a:ext cx="10662592" cy="55890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7647" y="311636"/>
            <a:ext cx="10898935" cy="533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49904" y="447179"/>
            <a:ext cx="10799254" cy="49163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1104" y="355067"/>
            <a:ext cx="10734973" cy="5554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6</Words>
  <Application>Microsoft Office PowerPoint</Application>
  <PresentationFormat>自定义</PresentationFormat>
  <Paragraphs>11</Paragraphs>
  <Slides>19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0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lenovoo</dc:creator>
  <cp:lastModifiedBy>华洋洋</cp:lastModifiedBy>
  <cp:revision>5</cp:revision>
  <dcterms:created xsi:type="dcterms:W3CDTF">2015-05-05T08:02:14Z</dcterms:created>
  <dcterms:modified xsi:type="dcterms:W3CDTF">2017-09-13T14:53:23Z</dcterms:modified>
</cp:coreProperties>
</file>